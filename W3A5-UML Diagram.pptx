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9AE92-5634-2B69-8209-05350C175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917103-E9F8-A377-CCFE-C5057DFA13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6468E-F7C9-FE3D-D0F2-07E6B6CC3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CE1AA5-F456-472D-8880-94458F90B237}" type="datetimeFigureOut">
              <a:rPr lang="pt-BR" smtClean="0"/>
              <a:t>14/12/2025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4EBFE9-7918-CB8A-A410-8132293C8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81AC72-384A-1D69-F101-C817FDBE5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162CDA-4064-4FBC-8A2F-C0363307CF7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9708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0F5E-23F1-2CBF-7552-859472A5F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E3B5D9-B65B-D8D5-34DC-20EC96C09D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5B053C-961A-D77D-CE17-E30F1DDA7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CE1AA5-F456-472D-8880-94458F90B237}" type="datetimeFigureOut">
              <a:rPr lang="pt-BR" smtClean="0"/>
              <a:t>14/12/2025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5D23F6-23E6-C0C2-1919-54A10AB5A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5AD6A-CED4-5A04-4EDA-A1DAB4147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162CDA-4064-4FBC-8A2F-C0363307CF7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9047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C3B9B-8492-E117-FEBB-7E81E4B9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86963E-555B-694E-E21E-B352626406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4D8248-426D-7F65-D954-C22DF9CAE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CE1AA5-F456-472D-8880-94458F90B237}" type="datetimeFigureOut">
              <a:rPr lang="pt-BR" smtClean="0"/>
              <a:t>14/12/2025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C0C19-7BA9-B4FF-B246-9B9FCFB1C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397D4F-0774-44A4-16CD-2A89FB2F9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162CDA-4064-4FBC-8A2F-C0363307CF7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9696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AD065-1E15-5E14-DE23-DE788E466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A232D6-D69F-CC0A-E1DC-5288A2E184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85C67E-9B6C-6DC9-2D74-AC6D0653A0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D777E2-5CE4-DA67-7AF8-2578638A2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CE1AA5-F456-472D-8880-94458F90B237}" type="datetimeFigureOut">
              <a:rPr lang="pt-BR" smtClean="0"/>
              <a:t>14/12/2025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B8841C-5EF8-DE25-33DE-455EFE28B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4BDA46-5B6C-C452-44FE-65FCBABDD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162CDA-4064-4FBC-8A2F-C0363307CF7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25694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8CC9E-F354-D395-5748-1C4EB8FA6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1A1043-B4AB-5BF6-A54B-084538EC4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5800B0-F461-618F-5C44-E98D355810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4101DC-4B25-1DA3-923C-1897EE981F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F87280-550A-D68B-8715-EFB3B08EE5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783909-964F-EA3A-8052-99E98B682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CE1AA5-F456-472D-8880-94458F90B237}" type="datetimeFigureOut">
              <a:rPr lang="pt-BR" smtClean="0"/>
              <a:t>14/12/2025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D48A0E-E99B-593E-9AD6-6636DB550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FC44C7-EC9B-CF4C-D6C7-6EB648108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162CDA-4064-4FBC-8A2F-C0363307CF7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2804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8A750-E65C-57EF-E984-F452EEBFC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39A66D-FDB5-CF24-F767-6D107CF89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CE1AA5-F456-472D-8880-94458F90B237}" type="datetimeFigureOut">
              <a:rPr lang="pt-BR" smtClean="0"/>
              <a:t>14/12/2025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C3D123-B8DF-668E-D21A-5AA2BBDC6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506342-6B17-15F6-ADB9-AE05AE89E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162CDA-4064-4FBC-8A2F-C0363307CF7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7525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C92E6F-A1AF-1BBD-468E-FB68E0EA5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CE1AA5-F456-472D-8880-94458F90B237}" type="datetimeFigureOut">
              <a:rPr lang="pt-BR" smtClean="0"/>
              <a:t>14/12/2025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D49779-9832-A863-FF20-D7B9B27D4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50E4BC-D780-F556-3BFC-55E84E0D2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162CDA-4064-4FBC-8A2F-C0363307CF7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0505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31051-4111-E8FA-147E-3E1902E7B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AFC8AB-8171-E5AA-FA3E-A4F762257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6CD0D9-6425-E830-106E-27D6A75EA0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07DFEF-4CA7-E2E1-9D33-18036CA7D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CE1AA5-F456-472D-8880-94458F90B237}" type="datetimeFigureOut">
              <a:rPr lang="pt-BR" smtClean="0"/>
              <a:t>14/12/2025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8FBBBB-2936-E52F-F249-9D4CD8745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00BEA4-57C8-D88E-11E0-5EF96A87B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162CDA-4064-4FBC-8A2F-C0363307CF7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350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25361-75F3-30C7-BA6E-40CC8F6B0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C9A91F-2D12-6DD6-564B-F990263FB5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1B0883-4398-420E-CBB7-F08BF723FA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8BFE3F-49EE-DA3D-5F14-CBE94F0E8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CE1AA5-F456-472D-8880-94458F90B237}" type="datetimeFigureOut">
              <a:rPr lang="pt-BR" smtClean="0"/>
              <a:t>14/12/2025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21917E-4DF5-DF5E-19D0-7DD6E1064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6BE8CF-D469-71D9-1FE5-3F5A1C706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162CDA-4064-4FBC-8A2F-C0363307CF7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88425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390C0-DDDA-B1B9-AC4F-780582A53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7B92AD-0A12-CF84-5C88-5635A9D0BA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536FF8-F172-DE18-24D4-DBADC0262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CE1AA5-F456-472D-8880-94458F90B237}" type="datetimeFigureOut">
              <a:rPr lang="pt-BR" smtClean="0"/>
              <a:t>14/12/2025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B11DF7-498C-7EC9-D41C-A551CFC68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98B7B0-5976-7273-E2A6-1B167417C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162CDA-4064-4FBC-8A2F-C0363307CF7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98503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D3B12B-5EE1-3790-079F-504CB5ABCE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2AB020-E893-14BC-85CE-C1E09AFF29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C5E3AD-1705-AEB4-E710-FB31D4DF8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CE1AA5-F456-472D-8880-94458F90B237}" type="datetimeFigureOut">
              <a:rPr lang="pt-BR" smtClean="0"/>
              <a:t>14/12/2025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F6EA2-A19C-0387-7AFA-6F73F7E1E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D536E7-33AF-B884-D816-43DEE020A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162CDA-4064-4FBC-8A2F-C0363307CF7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11977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2E85DE-085B-BCD4-F18C-A88C6BBCE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974E91-3B8C-D3A5-8EE3-63D2DAA3FC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635A0-CB9F-6843-B60F-3A56DB3650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CE1AA5-F456-472D-8880-94458F90B237}" type="datetimeFigureOut">
              <a:rPr lang="pt-BR" smtClean="0"/>
              <a:t>14/12/2025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B4E68-93E9-9A1E-D9E2-29CD49CF59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159916-1DCC-03BA-E1DC-011204561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162CDA-4064-4FBC-8A2F-C0363307CF7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8258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895F267-3028-0225-BB6D-369613C31856}"/>
              </a:ext>
            </a:extLst>
          </p:cNvPr>
          <p:cNvSpPr/>
          <p:nvPr/>
        </p:nvSpPr>
        <p:spPr>
          <a:xfrm>
            <a:off x="4295986" y="340360"/>
            <a:ext cx="3159760" cy="582168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46D6EB8-D1AB-4321-9D81-4F4F8C4A2AAF}"/>
              </a:ext>
            </a:extLst>
          </p:cNvPr>
          <p:cNvSpPr/>
          <p:nvPr/>
        </p:nvSpPr>
        <p:spPr>
          <a:xfrm>
            <a:off x="4825999" y="635847"/>
            <a:ext cx="2150533" cy="1032934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/>
              <a:t>Input </a:t>
            </a:r>
            <a:r>
              <a:rPr lang="pt-BR" dirty="0" err="1"/>
              <a:t>Patients</a:t>
            </a:r>
            <a:r>
              <a:rPr lang="pt-BR" dirty="0"/>
              <a:t> </a:t>
            </a:r>
            <a:r>
              <a:rPr lang="pt-BR" dirty="0" err="1"/>
              <a:t>informations</a:t>
            </a:r>
            <a:endParaRPr lang="pt-BR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8F1D805-60EF-864E-0D75-E154EA0781D6}"/>
              </a:ext>
            </a:extLst>
          </p:cNvPr>
          <p:cNvSpPr/>
          <p:nvPr/>
        </p:nvSpPr>
        <p:spPr>
          <a:xfrm>
            <a:off x="4825999" y="1922780"/>
            <a:ext cx="2150533" cy="1032934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/>
              <a:t>Read</a:t>
            </a:r>
            <a:r>
              <a:rPr lang="pt-BR" dirty="0"/>
              <a:t> </a:t>
            </a:r>
            <a:r>
              <a:rPr lang="pt-BR" dirty="0" err="1"/>
              <a:t>Patients</a:t>
            </a:r>
            <a:r>
              <a:rPr lang="pt-BR" dirty="0"/>
              <a:t> </a:t>
            </a:r>
            <a:r>
              <a:rPr lang="pt-BR" dirty="0" err="1"/>
              <a:t>informations</a:t>
            </a:r>
            <a:endParaRPr lang="pt-BR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121AEB7-F25A-E4CE-88EA-B1E1772849CD}"/>
              </a:ext>
            </a:extLst>
          </p:cNvPr>
          <p:cNvSpPr/>
          <p:nvPr/>
        </p:nvSpPr>
        <p:spPr>
          <a:xfrm>
            <a:off x="4825999" y="3141133"/>
            <a:ext cx="2150533" cy="1032934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/>
              <a:t>Input </a:t>
            </a:r>
            <a:r>
              <a:rPr lang="pt-BR" dirty="0" err="1"/>
              <a:t>Doctor</a:t>
            </a:r>
            <a:r>
              <a:rPr lang="pt-BR" dirty="0"/>
              <a:t> </a:t>
            </a:r>
            <a:r>
              <a:rPr lang="pt-BR" dirty="0" err="1"/>
              <a:t>informations</a:t>
            </a:r>
            <a:endParaRPr lang="pt-BR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E902A89-0753-C7C7-1205-6EF98590D2FA}"/>
              </a:ext>
            </a:extLst>
          </p:cNvPr>
          <p:cNvSpPr/>
          <p:nvPr/>
        </p:nvSpPr>
        <p:spPr>
          <a:xfrm>
            <a:off x="4825999" y="4453466"/>
            <a:ext cx="2150533" cy="1032934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/>
              <a:t>Read</a:t>
            </a:r>
            <a:r>
              <a:rPr lang="pt-BR" dirty="0"/>
              <a:t> </a:t>
            </a:r>
            <a:r>
              <a:rPr lang="pt-BR" dirty="0" err="1"/>
              <a:t>Doctor</a:t>
            </a:r>
            <a:r>
              <a:rPr lang="pt-BR" dirty="0"/>
              <a:t> </a:t>
            </a:r>
            <a:r>
              <a:rPr lang="pt-BR" dirty="0" err="1"/>
              <a:t>informations</a:t>
            </a:r>
            <a:endParaRPr lang="pt-BR" dirty="0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6477A7A-9045-73DF-4DA1-778CC07217CD}"/>
              </a:ext>
            </a:extLst>
          </p:cNvPr>
          <p:cNvGrpSpPr/>
          <p:nvPr/>
        </p:nvGrpSpPr>
        <p:grpSpPr>
          <a:xfrm>
            <a:off x="2258060" y="939097"/>
            <a:ext cx="1358899" cy="1232933"/>
            <a:chOff x="1634067" y="805179"/>
            <a:chExt cx="1358899" cy="1232933"/>
          </a:xfrm>
        </p:grpSpPr>
        <p:sp>
          <p:nvSpPr>
            <p:cNvPr id="9" name="Smiley Face 8">
              <a:extLst>
                <a:ext uri="{FF2B5EF4-FFF2-40B4-BE49-F238E27FC236}">
                  <a16:creationId xmlns:a16="http://schemas.microsoft.com/office/drawing/2014/main" id="{E8A51C07-6035-3017-3872-A3352ACE3684}"/>
                </a:ext>
              </a:extLst>
            </p:cNvPr>
            <p:cNvSpPr/>
            <p:nvPr/>
          </p:nvSpPr>
          <p:spPr>
            <a:xfrm>
              <a:off x="1634067" y="805179"/>
              <a:ext cx="1236133" cy="863601"/>
            </a:xfrm>
            <a:prstGeom prst="smileyF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039A977-165D-3C00-ACC5-414E4F004C59}"/>
                </a:ext>
              </a:extLst>
            </p:cNvPr>
            <p:cNvSpPr txBox="1"/>
            <p:nvPr/>
          </p:nvSpPr>
          <p:spPr>
            <a:xfrm>
              <a:off x="1756833" y="1668780"/>
              <a:ext cx="1236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 err="1"/>
                <a:t>Patient</a:t>
              </a:r>
              <a:endParaRPr lang="pt-BR" dirty="0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AD56010E-3610-B201-75E6-13FB4CA1A47F}"/>
              </a:ext>
            </a:extLst>
          </p:cNvPr>
          <p:cNvGrpSpPr/>
          <p:nvPr/>
        </p:nvGrpSpPr>
        <p:grpSpPr>
          <a:xfrm>
            <a:off x="2126827" y="3365500"/>
            <a:ext cx="1358899" cy="1232933"/>
            <a:chOff x="1634067" y="3742266"/>
            <a:chExt cx="1358899" cy="1232933"/>
          </a:xfrm>
        </p:grpSpPr>
        <p:sp>
          <p:nvSpPr>
            <p:cNvPr id="11" name="Smiley Face 10">
              <a:extLst>
                <a:ext uri="{FF2B5EF4-FFF2-40B4-BE49-F238E27FC236}">
                  <a16:creationId xmlns:a16="http://schemas.microsoft.com/office/drawing/2014/main" id="{50CEFBE6-6E23-6A05-B4B8-2975A61ACDAE}"/>
                </a:ext>
              </a:extLst>
            </p:cNvPr>
            <p:cNvSpPr/>
            <p:nvPr/>
          </p:nvSpPr>
          <p:spPr>
            <a:xfrm>
              <a:off x="1634067" y="3742266"/>
              <a:ext cx="1236133" cy="863601"/>
            </a:xfrm>
            <a:prstGeom prst="smileyF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69CB9D-9B79-548A-0409-4DC9586437E2}"/>
                </a:ext>
              </a:extLst>
            </p:cNvPr>
            <p:cNvSpPr txBox="1"/>
            <p:nvPr/>
          </p:nvSpPr>
          <p:spPr>
            <a:xfrm>
              <a:off x="1756833" y="4605867"/>
              <a:ext cx="1236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 err="1"/>
                <a:t>Doctor</a:t>
              </a:r>
              <a:endParaRPr lang="pt-BR" dirty="0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DDBD87E-6D32-CE7B-C6CF-C0447AEFEE04}"/>
              </a:ext>
            </a:extLst>
          </p:cNvPr>
          <p:cNvGrpSpPr/>
          <p:nvPr/>
        </p:nvGrpSpPr>
        <p:grpSpPr>
          <a:xfrm>
            <a:off x="8523395" y="2145267"/>
            <a:ext cx="1358899" cy="1232933"/>
            <a:chOff x="9259995" y="2277532"/>
            <a:chExt cx="1358899" cy="1232933"/>
          </a:xfrm>
        </p:grpSpPr>
        <p:sp>
          <p:nvSpPr>
            <p:cNvPr id="13" name="Smiley Face 12">
              <a:extLst>
                <a:ext uri="{FF2B5EF4-FFF2-40B4-BE49-F238E27FC236}">
                  <a16:creationId xmlns:a16="http://schemas.microsoft.com/office/drawing/2014/main" id="{318CA646-1ECA-53AC-F05C-804CF5E688C9}"/>
                </a:ext>
              </a:extLst>
            </p:cNvPr>
            <p:cNvSpPr/>
            <p:nvPr/>
          </p:nvSpPr>
          <p:spPr>
            <a:xfrm>
              <a:off x="9259995" y="2277532"/>
              <a:ext cx="1236133" cy="863601"/>
            </a:xfrm>
            <a:prstGeom prst="smileyF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7A70B44-CB79-6AA1-3AD2-8C6F26C3F609}"/>
                </a:ext>
              </a:extLst>
            </p:cNvPr>
            <p:cNvSpPr txBox="1"/>
            <p:nvPr/>
          </p:nvSpPr>
          <p:spPr>
            <a:xfrm>
              <a:off x="9382761" y="3141133"/>
              <a:ext cx="1236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Admin</a:t>
              </a:r>
            </a:p>
          </p:txBody>
        </p:sp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DA09DC5-FD56-DB88-6DC9-F20FDCBC6F0F}"/>
              </a:ext>
            </a:extLst>
          </p:cNvPr>
          <p:cNvCxnSpPr>
            <a:cxnSpLocks/>
            <a:stCxn id="9" idx="6"/>
            <a:endCxn id="5" idx="2"/>
          </p:cNvCxnSpPr>
          <p:nvPr/>
        </p:nvCxnSpPr>
        <p:spPr>
          <a:xfrm flipV="1">
            <a:off x="3494193" y="1152314"/>
            <a:ext cx="1331806" cy="218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18D36DA-095D-F579-A343-A98B125BBDCA}"/>
              </a:ext>
            </a:extLst>
          </p:cNvPr>
          <p:cNvCxnSpPr>
            <a:cxnSpLocks/>
            <a:stCxn id="11" idx="6"/>
            <a:endCxn id="7" idx="2"/>
          </p:cNvCxnSpPr>
          <p:nvPr/>
        </p:nvCxnSpPr>
        <p:spPr>
          <a:xfrm flipV="1">
            <a:off x="3362960" y="3657600"/>
            <a:ext cx="1463039" cy="1397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B8084EA-5C23-3442-62EC-E85153F50D1B}"/>
              </a:ext>
            </a:extLst>
          </p:cNvPr>
          <p:cNvCxnSpPr>
            <a:cxnSpLocks/>
            <a:stCxn id="9" idx="6"/>
            <a:endCxn id="6" idx="2"/>
          </p:cNvCxnSpPr>
          <p:nvPr/>
        </p:nvCxnSpPr>
        <p:spPr>
          <a:xfrm>
            <a:off x="3494193" y="1370898"/>
            <a:ext cx="1331806" cy="106834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EC3CE52-C515-55F6-EA86-0A04CBC23690}"/>
              </a:ext>
            </a:extLst>
          </p:cNvPr>
          <p:cNvCxnSpPr>
            <a:cxnSpLocks/>
            <a:stCxn id="11" idx="6"/>
            <a:endCxn id="6" idx="2"/>
          </p:cNvCxnSpPr>
          <p:nvPr/>
        </p:nvCxnSpPr>
        <p:spPr>
          <a:xfrm flipV="1">
            <a:off x="3362960" y="2439247"/>
            <a:ext cx="1463039" cy="135805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8566BA4-EB57-7A93-BAF8-2A8AB0A8F834}"/>
              </a:ext>
            </a:extLst>
          </p:cNvPr>
          <p:cNvCxnSpPr>
            <a:cxnSpLocks/>
            <a:stCxn id="11" idx="6"/>
            <a:endCxn id="8" idx="2"/>
          </p:cNvCxnSpPr>
          <p:nvPr/>
        </p:nvCxnSpPr>
        <p:spPr>
          <a:xfrm>
            <a:off x="3362960" y="3797301"/>
            <a:ext cx="1463039" cy="11726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18EF25E-2EE2-045C-5C65-2825D4848D60}"/>
              </a:ext>
            </a:extLst>
          </p:cNvPr>
          <p:cNvCxnSpPr>
            <a:cxnSpLocks/>
            <a:stCxn id="13" idx="2"/>
            <a:endCxn id="5" idx="6"/>
          </p:cNvCxnSpPr>
          <p:nvPr/>
        </p:nvCxnSpPr>
        <p:spPr>
          <a:xfrm flipH="1" flipV="1">
            <a:off x="6976532" y="1152314"/>
            <a:ext cx="1546863" cy="142475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369E039-6B4F-69C8-3779-22EB6B8300F4}"/>
              </a:ext>
            </a:extLst>
          </p:cNvPr>
          <p:cNvCxnSpPr>
            <a:cxnSpLocks/>
            <a:stCxn id="13" idx="2"/>
            <a:endCxn id="7" idx="6"/>
          </p:cNvCxnSpPr>
          <p:nvPr/>
        </p:nvCxnSpPr>
        <p:spPr>
          <a:xfrm flipH="1">
            <a:off x="6976532" y="2577068"/>
            <a:ext cx="1546863" cy="10805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F0632E1-491C-2B02-68E1-AEED923F14A8}"/>
              </a:ext>
            </a:extLst>
          </p:cNvPr>
          <p:cNvCxnSpPr>
            <a:cxnSpLocks/>
            <a:stCxn id="13" idx="2"/>
            <a:endCxn id="6" idx="6"/>
          </p:cNvCxnSpPr>
          <p:nvPr/>
        </p:nvCxnSpPr>
        <p:spPr>
          <a:xfrm flipH="1" flipV="1">
            <a:off x="6976532" y="2439247"/>
            <a:ext cx="1546863" cy="13782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7AE4FA9-9766-AE8D-8FF0-3EB7BC2992EE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>
            <a:off x="6976532" y="2577068"/>
            <a:ext cx="1546863" cy="23928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2542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15</Words>
  <Application>Microsoft Office PowerPoint</Application>
  <PresentationFormat>Widescreen</PresentationFormat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 Benedetti</dc:creator>
  <cp:lastModifiedBy>Andre Benedetti</cp:lastModifiedBy>
  <cp:revision>1</cp:revision>
  <dcterms:created xsi:type="dcterms:W3CDTF">2025-12-13T19:49:25Z</dcterms:created>
  <dcterms:modified xsi:type="dcterms:W3CDTF">2025-12-13T19:57:16Z</dcterms:modified>
</cp:coreProperties>
</file>