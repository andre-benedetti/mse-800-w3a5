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D4B390-A96F-4752-B02D-CA2DCADD5243}" v="4" dt="2025-12-15T05:31:58.8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Benedetti" userId="60466d4fc085b17e" providerId="LiveId" clId="{6AE31E5C-6838-415C-9ED3-0CC1084E645F}"/>
    <pc:docChg chg="custSel modSld">
      <pc:chgData name="Andre Benedetti" userId="60466d4fc085b17e" providerId="LiveId" clId="{6AE31E5C-6838-415C-9ED3-0CC1084E645F}" dt="2025-12-15T05:32:10.034" v="54" actId="20577"/>
      <pc:docMkLst>
        <pc:docMk/>
      </pc:docMkLst>
      <pc:sldChg chg="addSp delSp modSp mod">
        <pc:chgData name="Andre Benedetti" userId="60466d4fc085b17e" providerId="LiveId" clId="{6AE31E5C-6838-415C-9ED3-0CC1084E645F}" dt="2025-12-15T05:32:10.034" v="54" actId="20577"/>
        <pc:sldMkLst>
          <pc:docMk/>
          <pc:sldMk cId="4062542544" sldId="256"/>
        </pc:sldMkLst>
        <pc:spChg chg="mod">
          <ac:chgData name="Andre Benedetti" userId="60466d4fc085b17e" providerId="LiveId" clId="{6AE31E5C-6838-415C-9ED3-0CC1084E645F}" dt="2025-12-15T05:30:12.830" v="3" actId="20577"/>
          <ac:spMkLst>
            <pc:docMk/>
            <pc:sldMk cId="4062542544" sldId="256"/>
            <ac:spMk id="5" creationId="{846D6EB8-D1AB-4321-9D81-4F4F8C4A2AAF}"/>
          </ac:spMkLst>
        </pc:spChg>
        <pc:spChg chg="mod">
          <ac:chgData name="Andre Benedetti" userId="60466d4fc085b17e" providerId="LiveId" clId="{6AE31E5C-6838-415C-9ED3-0CC1084E645F}" dt="2025-12-15T05:30:17.269" v="7" actId="20577"/>
          <ac:spMkLst>
            <pc:docMk/>
            <pc:sldMk cId="4062542544" sldId="256"/>
            <ac:spMk id="6" creationId="{88F1D805-60EF-864E-0D75-E154EA0781D6}"/>
          </ac:spMkLst>
        </pc:spChg>
        <pc:spChg chg="mod">
          <ac:chgData name="Andre Benedetti" userId="60466d4fc085b17e" providerId="LiveId" clId="{6AE31E5C-6838-415C-9ED3-0CC1084E645F}" dt="2025-12-15T05:30:19.920" v="11" actId="20577"/>
          <ac:spMkLst>
            <pc:docMk/>
            <pc:sldMk cId="4062542544" sldId="256"/>
            <ac:spMk id="7" creationId="{8121AEB7-F25A-E4CE-88EA-B1E1772849CD}"/>
          </ac:spMkLst>
        </pc:spChg>
        <pc:spChg chg="mod">
          <ac:chgData name="Andre Benedetti" userId="60466d4fc085b17e" providerId="LiveId" clId="{6AE31E5C-6838-415C-9ED3-0CC1084E645F}" dt="2025-12-15T05:30:22.152" v="15" actId="20577"/>
          <ac:spMkLst>
            <pc:docMk/>
            <pc:sldMk cId="4062542544" sldId="256"/>
            <ac:spMk id="8" creationId="{3E902A89-0753-C7C7-1205-6EF98590D2FA}"/>
          </ac:spMkLst>
        </pc:spChg>
        <pc:spChg chg="add mod">
          <ac:chgData name="Andre Benedetti" userId="60466d4fc085b17e" providerId="LiveId" clId="{6AE31E5C-6838-415C-9ED3-0CC1084E645F}" dt="2025-12-15T05:31:43.493" v="32" actId="1076"/>
          <ac:spMkLst>
            <pc:docMk/>
            <pc:sldMk cId="4062542544" sldId="256"/>
            <ac:spMk id="15" creationId="{83382DBF-2F96-97C9-FC3A-4F38EC26A10E}"/>
          </ac:spMkLst>
        </pc:spChg>
        <pc:spChg chg="add mod">
          <ac:chgData name="Andre Benedetti" userId="60466d4fc085b17e" providerId="LiveId" clId="{6AE31E5C-6838-415C-9ED3-0CC1084E645F}" dt="2025-12-15T05:31:53.516" v="41" actId="20577"/>
          <ac:spMkLst>
            <pc:docMk/>
            <pc:sldMk cId="4062542544" sldId="256"/>
            <ac:spMk id="18" creationId="{3EBAA849-E940-04A6-0260-F1BAF974676B}"/>
          </ac:spMkLst>
        </pc:spChg>
        <pc:spChg chg="add mod">
          <ac:chgData name="Andre Benedetti" userId="60466d4fc085b17e" providerId="LiveId" clId="{6AE31E5C-6838-415C-9ED3-0CC1084E645F}" dt="2025-12-15T05:32:10.034" v="54" actId="20577"/>
          <ac:spMkLst>
            <pc:docMk/>
            <pc:sldMk cId="4062542544" sldId="256"/>
            <ac:spMk id="21" creationId="{8B1A246A-805C-82E6-5BCE-B7E1C654F548}"/>
          </ac:spMkLst>
        </pc:spChg>
        <pc:grpChg chg="del">
          <ac:chgData name="Andre Benedetti" userId="60466d4fc085b17e" providerId="LiveId" clId="{6AE31E5C-6838-415C-9ED3-0CC1084E645F}" dt="2025-12-15T05:31:10.881" v="21" actId="478"/>
          <ac:grpSpMkLst>
            <pc:docMk/>
            <pc:sldMk cId="4062542544" sldId="256"/>
            <ac:grpSpMk id="42" creationId="{86477A7A-9045-73DF-4DA1-778CC07217CD}"/>
          </ac:grpSpMkLst>
        </pc:grpChg>
        <pc:grpChg chg="del">
          <ac:chgData name="Andre Benedetti" userId="60466d4fc085b17e" providerId="LiveId" clId="{6AE31E5C-6838-415C-9ED3-0CC1084E645F}" dt="2025-12-15T05:31:47.099" v="33" actId="478"/>
          <ac:grpSpMkLst>
            <pc:docMk/>
            <pc:sldMk cId="4062542544" sldId="256"/>
            <ac:grpSpMk id="43" creationId="{AD56010E-3610-B201-75E6-13FB4CA1A47F}"/>
          </ac:grpSpMkLst>
        </pc:grpChg>
        <pc:grpChg chg="del">
          <ac:chgData name="Andre Benedetti" userId="60466d4fc085b17e" providerId="LiveId" clId="{6AE31E5C-6838-415C-9ED3-0CC1084E645F}" dt="2025-12-15T05:32:02.111" v="44" actId="478"/>
          <ac:grpSpMkLst>
            <pc:docMk/>
            <pc:sldMk cId="4062542544" sldId="256"/>
            <ac:grpSpMk id="44" creationId="{BDDBD87E-6D32-CE7B-C6CF-C0447AEFEE04}"/>
          </ac:grpSpMkLst>
        </pc:grpChg>
        <pc:picChg chg="add mod">
          <ac:chgData name="Andre Benedetti" userId="60466d4fc085b17e" providerId="LiveId" clId="{6AE31E5C-6838-415C-9ED3-0CC1084E645F}" dt="2025-12-15T05:31:13.088" v="22" actId="1076"/>
          <ac:picMkLst>
            <pc:docMk/>
            <pc:sldMk cId="4062542544" sldId="256"/>
            <ac:picMk id="3" creationId="{C7AD4177-C306-1309-7AF2-601E3C78ECC3}"/>
          </ac:picMkLst>
        </pc:picChg>
        <pc:picChg chg="add mod">
          <ac:chgData name="Andre Benedetti" userId="60466d4fc085b17e" providerId="LiveId" clId="{6AE31E5C-6838-415C-9ED3-0CC1084E645F}" dt="2025-12-15T05:31:51.754" v="35" actId="1076"/>
          <ac:picMkLst>
            <pc:docMk/>
            <pc:sldMk cId="4062542544" sldId="256"/>
            <ac:picMk id="17" creationId="{850967F1-A5ED-644C-E7AB-9F6AA0F4066E}"/>
          </ac:picMkLst>
        </pc:picChg>
        <pc:picChg chg="add mod">
          <ac:chgData name="Andre Benedetti" userId="60466d4fc085b17e" providerId="LiveId" clId="{6AE31E5C-6838-415C-9ED3-0CC1084E645F}" dt="2025-12-15T05:32:05.670" v="45" actId="1076"/>
          <ac:picMkLst>
            <pc:docMk/>
            <pc:sldMk cId="4062542544" sldId="256"/>
            <ac:picMk id="20" creationId="{B233BB52-FCFE-E1D7-BECE-F400FA1ACDE4}"/>
          </ac:picMkLst>
        </pc:picChg>
        <pc:cxnChg chg="mod">
          <ac:chgData name="Andre Benedetti" userId="60466d4fc085b17e" providerId="LiveId" clId="{6AE31E5C-6838-415C-9ED3-0CC1084E645F}" dt="2025-12-15T05:31:10.881" v="21" actId="478"/>
          <ac:cxnSpMkLst>
            <pc:docMk/>
            <pc:sldMk cId="4062542544" sldId="256"/>
            <ac:cxnSpMk id="16" creationId="{1DA09DC5-FD56-DB88-6DC9-F20FDCBC6F0F}"/>
          </ac:cxnSpMkLst>
        </pc:cxnChg>
        <pc:cxnChg chg="mod">
          <ac:chgData name="Andre Benedetti" userId="60466d4fc085b17e" providerId="LiveId" clId="{6AE31E5C-6838-415C-9ED3-0CC1084E645F}" dt="2025-12-15T05:31:47.099" v="33" actId="478"/>
          <ac:cxnSpMkLst>
            <pc:docMk/>
            <pc:sldMk cId="4062542544" sldId="256"/>
            <ac:cxnSpMk id="19" creationId="{B18D36DA-095D-F579-A343-A98B125BBDCA}"/>
          </ac:cxnSpMkLst>
        </pc:cxnChg>
        <pc:cxnChg chg="mod">
          <ac:chgData name="Andre Benedetti" userId="60466d4fc085b17e" providerId="LiveId" clId="{6AE31E5C-6838-415C-9ED3-0CC1084E645F}" dt="2025-12-15T05:31:10.881" v="21" actId="478"/>
          <ac:cxnSpMkLst>
            <pc:docMk/>
            <pc:sldMk cId="4062542544" sldId="256"/>
            <ac:cxnSpMk id="22" creationId="{CB8084EA-5C23-3442-62EC-E85153F50D1B}"/>
          </ac:cxnSpMkLst>
        </pc:cxnChg>
        <pc:cxnChg chg="mod">
          <ac:chgData name="Andre Benedetti" userId="60466d4fc085b17e" providerId="LiveId" clId="{6AE31E5C-6838-415C-9ED3-0CC1084E645F}" dt="2025-12-15T05:31:47.099" v="33" actId="478"/>
          <ac:cxnSpMkLst>
            <pc:docMk/>
            <pc:sldMk cId="4062542544" sldId="256"/>
            <ac:cxnSpMk id="25" creationId="{6EC3CE52-C515-55F6-EA86-0A04CBC23690}"/>
          </ac:cxnSpMkLst>
        </pc:cxnChg>
        <pc:cxnChg chg="mod">
          <ac:chgData name="Andre Benedetti" userId="60466d4fc085b17e" providerId="LiveId" clId="{6AE31E5C-6838-415C-9ED3-0CC1084E645F}" dt="2025-12-15T05:31:47.099" v="33" actId="478"/>
          <ac:cxnSpMkLst>
            <pc:docMk/>
            <pc:sldMk cId="4062542544" sldId="256"/>
            <ac:cxnSpMk id="28" creationId="{18566BA4-EB57-7A93-BAF8-2A8AB0A8F834}"/>
          </ac:cxnSpMkLst>
        </pc:cxnChg>
        <pc:cxnChg chg="mod">
          <ac:chgData name="Andre Benedetti" userId="60466d4fc085b17e" providerId="LiveId" clId="{6AE31E5C-6838-415C-9ED3-0CC1084E645F}" dt="2025-12-15T05:32:02.111" v="44" actId="478"/>
          <ac:cxnSpMkLst>
            <pc:docMk/>
            <pc:sldMk cId="4062542544" sldId="256"/>
            <ac:cxnSpMk id="31" creationId="{018EF25E-2EE2-045C-5C65-2825D4848D60}"/>
          </ac:cxnSpMkLst>
        </pc:cxnChg>
        <pc:cxnChg chg="mod">
          <ac:chgData name="Andre Benedetti" userId="60466d4fc085b17e" providerId="LiveId" clId="{6AE31E5C-6838-415C-9ED3-0CC1084E645F}" dt="2025-12-15T05:32:02.111" v="44" actId="478"/>
          <ac:cxnSpMkLst>
            <pc:docMk/>
            <pc:sldMk cId="4062542544" sldId="256"/>
            <ac:cxnSpMk id="34" creationId="{0369E039-6B4F-69C8-3779-22EB6B8300F4}"/>
          </ac:cxnSpMkLst>
        </pc:cxnChg>
        <pc:cxnChg chg="mod">
          <ac:chgData name="Andre Benedetti" userId="60466d4fc085b17e" providerId="LiveId" clId="{6AE31E5C-6838-415C-9ED3-0CC1084E645F}" dt="2025-12-15T05:32:02.111" v="44" actId="478"/>
          <ac:cxnSpMkLst>
            <pc:docMk/>
            <pc:sldMk cId="4062542544" sldId="256"/>
            <ac:cxnSpMk id="37" creationId="{DF0632E1-491C-2B02-68E1-AEED923F14A8}"/>
          </ac:cxnSpMkLst>
        </pc:cxnChg>
        <pc:cxnChg chg="mod">
          <ac:chgData name="Andre Benedetti" userId="60466d4fc085b17e" providerId="LiveId" clId="{6AE31E5C-6838-415C-9ED3-0CC1084E645F}" dt="2025-12-15T05:32:02.111" v="44" actId="478"/>
          <ac:cxnSpMkLst>
            <pc:docMk/>
            <pc:sldMk cId="4062542544" sldId="256"/>
            <ac:cxnSpMk id="40" creationId="{07AE4FA9-9766-AE8D-8FF0-3EB7BC2992E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4DA16D-8285-40B3-86A9-595085AE0789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608F8C-2669-43B5-862E-76D3B76B57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3304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08F8C-2669-43B5-862E-76D3B76B57D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4653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9AE92-5634-2B69-8209-05350C175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917103-E9F8-A377-CCFE-C5057DFA1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6468E-F7C9-FE3D-D0F2-07E6B6CC3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E1AA5-F456-472D-8880-94458F90B237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EBFE9-7918-CB8A-A410-8132293C8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1AC72-384A-1D69-F101-C817FDBE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2CDA-4064-4FBC-8A2F-C0363307CF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9708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0F5E-23F1-2CBF-7552-859472A5F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3B5D9-B65B-D8D5-34DC-20EC96C09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B053C-961A-D77D-CE17-E30F1DDA7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E1AA5-F456-472D-8880-94458F90B237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23F6-23E6-C0C2-1919-54A10AB5A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5AD6A-CED4-5A04-4EDA-A1DAB414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2CDA-4064-4FBC-8A2F-C0363307CF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9047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C3B9B-8492-E117-FEBB-7E81E4B92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6963E-555B-694E-E21E-B35262640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D8248-426D-7F65-D954-C22DF9CAE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E1AA5-F456-472D-8880-94458F90B237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C0C19-7BA9-B4FF-B246-9B9FCFB1C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97D4F-0774-44A4-16CD-2A89FB2F9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2CDA-4064-4FBC-8A2F-C0363307CF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969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AD065-1E15-5E14-DE23-DE788E466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232D6-D69F-CC0A-E1DC-5288A2E184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5C67E-9B6C-6DC9-2D74-AC6D0653A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777E2-5CE4-DA67-7AF8-2578638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E1AA5-F456-472D-8880-94458F90B237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8841C-5EF8-DE25-33DE-455EFE28B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BDA46-5B6C-C452-44FE-65FCBABDD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2CDA-4064-4FBC-8A2F-C0363307CF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256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8CC9E-F354-D395-5748-1C4EB8FA6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A1043-B4AB-5BF6-A54B-084538EC4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5800B0-F461-618F-5C44-E98D35581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4101DC-4B25-1DA3-923C-1897EE981F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F87280-550A-D68B-8715-EFB3B08EE5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783909-964F-EA3A-8052-99E98B682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E1AA5-F456-472D-8880-94458F90B237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D48A0E-E99B-593E-9AD6-6636DB550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FC44C7-EC9B-CF4C-D6C7-6EB648108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2CDA-4064-4FBC-8A2F-C0363307CF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2804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8A750-E65C-57EF-E984-F452EEBFC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39A66D-FDB5-CF24-F767-6D107CF89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E1AA5-F456-472D-8880-94458F90B237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C3D123-B8DF-668E-D21A-5AA2BBDC6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506342-6B17-15F6-ADB9-AE05AE89E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2CDA-4064-4FBC-8A2F-C0363307CF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7525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C92E6F-A1AF-1BBD-468E-FB68E0EA5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E1AA5-F456-472D-8880-94458F90B237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D49779-9832-A863-FF20-D7B9B27D4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0E4BC-D780-F556-3BFC-55E84E0D2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2CDA-4064-4FBC-8A2F-C0363307CF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0505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1051-4111-E8FA-147E-3E1902E7B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FC8AB-8171-E5AA-FA3E-A4F762257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CD0D9-6425-E830-106E-27D6A75EA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07DFEF-4CA7-E2E1-9D33-18036CA7D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E1AA5-F456-472D-8880-94458F90B237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FBBBB-2936-E52F-F249-9D4CD8745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0BEA4-57C8-D88E-11E0-5EF96A87B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2CDA-4064-4FBC-8A2F-C0363307CF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350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25361-75F3-30C7-BA6E-40CC8F6B0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C9A91F-2D12-6DD6-564B-F990263FB5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B0883-4398-420E-CBB7-F08BF723F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BFE3F-49EE-DA3D-5F14-CBE94F0E8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E1AA5-F456-472D-8880-94458F90B237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1917E-4DF5-DF5E-19D0-7DD6E1064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BE8CF-D469-71D9-1FE5-3F5A1C706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2CDA-4064-4FBC-8A2F-C0363307CF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8842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390C0-DDDA-B1B9-AC4F-780582A53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B92AD-0A12-CF84-5C88-5635A9D0B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36FF8-F172-DE18-24D4-DBADC0262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E1AA5-F456-472D-8880-94458F90B237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11DF7-498C-7EC9-D41C-A551CFC68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B7B0-5976-7273-E2A6-1B167417C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2CDA-4064-4FBC-8A2F-C0363307CF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985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D3B12B-5EE1-3790-079F-504CB5ABCE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2AB020-E893-14BC-85CE-C1E09AFF29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5E3AD-1705-AEB4-E710-FB31D4DF8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E1AA5-F456-472D-8880-94458F90B237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F6EA2-A19C-0387-7AFA-6F73F7E1E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536E7-33AF-B884-D816-43DEE020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2CDA-4064-4FBC-8A2F-C0363307CF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197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2E85DE-085B-BCD4-F18C-A88C6BBCE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74E91-3B8C-D3A5-8EE3-63D2DAA3F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635A0-CB9F-6843-B60F-3A56DB365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E1AA5-F456-472D-8880-94458F90B237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B4E68-93E9-9A1E-D9E2-29CD49CF59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59916-1DCC-03BA-E1DC-011204561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62CDA-4064-4FBC-8A2F-C0363307CF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8258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95F267-3028-0225-BB6D-369613C31856}"/>
              </a:ext>
            </a:extLst>
          </p:cNvPr>
          <p:cNvSpPr/>
          <p:nvPr/>
        </p:nvSpPr>
        <p:spPr>
          <a:xfrm>
            <a:off x="4295986" y="340360"/>
            <a:ext cx="3159760" cy="582168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46D6EB8-D1AB-4321-9D81-4F4F8C4A2AAF}"/>
              </a:ext>
            </a:extLst>
          </p:cNvPr>
          <p:cNvSpPr/>
          <p:nvPr/>
        </p:nvSpPr>
        <p:spPr>
          <a:xfrm>
            <a:off x="4825999" y="635847"/>
            <a:ext cx="2150533" cy="10329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Edit</a:t>
            </a:r>
            <a:r>
              <a:rPr lang="pt-BR" dirty="0"/>
              <a:t> </a:t>
            </a:r>
            <a:r>
              <a:rPr lang="pt-BR" dirty="0" err="1"/>
              <a:t>Patients</a:t>
            </a:r>
            <a:r>
              <a:rPr lang="pt-BR" dirty="0"/>
              <a:t> </a:t>
            </a:r>
            <a:r>
              <a:rPr lang="pt-BR" dirty="0" err="1"/>
              <a:t>informations</a:t>
            </a:r>
            <a:endParaRPr lang="pt-BR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8F1D805-60EF-864E-0D75-E154EA0781D6}"/>
              </a:ext>
            </a:extLst>
          </p:cNvPr>
          <p:cNvSpPr/>
          <p:nvPr/>
        </p:nvSpPr>
        <p:spPr>
          <a:xfrm>
            <a:off x="4825999" y="1922780"/>
            <a:ext cx="2150533" cy="10329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Edit</a:t>
            </a:r>
            <a:r>
              <a:rPr lang="pt-BR" dirty="0"/>
              <a:t> </a:t>
            </a:r>
            <a:r>
              <a:rPr lang="pt-BR" dirty="0" err="1"/>
              <a:t>Patients</a:t>
            </a:r>
            <a:r>
              <a:rPr lang="pt-BR" dirty="0"/>
              <a:t> </a:t>
            </a:r>
            <a:r>
              <a:rPr lang="pt-BR" dirty="0" err="1"/>
              <a:t>informations</a:t>
            </a:r>
            <a:endParaRPr lang="pt-BR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121AEB7-F25A-E4CE-88EA-B1E1772849CD}"/>
              </a:ext>
            </a:extLst>
          </p:cNvPr>
          <p:cNvSpPr/>
          <p:nvPr/>
        </p:nvSpPr>
        <p:spPr>
          <a:xfrm>
            <a:off x="4825999" y="3141133"/>
            <a:ext cx="2150533" cy="10329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Edit</a:t>
            </a:r>
            <a:r>
              <a:rPr lang="pt-BR" dirty="0"/>
              <a:t> </a:t>
            </a:r>
            <a:r>
              <a:rPr lang="pt-BR" dirty="0" err="1"/>
              <a:t>Doctor</a:t>
            </a:r>
            <a:r>
              <a:rPr lang="pt-BR" dirty="0"/>
              <a:t> </a:t>
            </a:r>
            <a:r>
              <a:rPr lang="pt-BR" dirty="0" err="1"/>
              <a:t>informations</a:t>
            </a:r>
            <a:endParaRPr lang="pt-BR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E902A89-0753-C7C7-1205-6EF98590D2FA}"/>
              </a:ext>
            </a:extLst>
          </p:cNvPr>
          <p:cNvSpPr/>
          <p:nvPr/>
        </p:nvSpPr>
        <p:spPr>
          <a:xfrm>
            <a:off x="4825999" y="4453466"/>
            <a:ext cx="2150533" cy="10329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Edit</a:t>
            </a:r>
            <a:r>
              <a:rPr lang="pt-BR" dirty="0"/>
              <a:t> </a:t>
            </a:r>
            <a:r>
              <a:rPr lang="pt-BR" dirty="0" err="1"/>
              <a:t>Doctor</a:t>
            </a:r>
            <a:r>
              <a:rPr lang="pt-BR" dirty="0"/>
              <a:t> </a:t>
            </a:r>
            <a:r>
              <a:rPr lang="pt-BR" dirty="0" err="1"/>
              <a:t>informations</a:t>
            </a:r>
            <a:endParaRPr lang="pt-BR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DA09DC5-FD56-DB88-6DC9-F20FDCBC6F0F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3494193" y="1152314"/>
            <a:ext cx="1331806" cy="2185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18D36DA-095D-F579-A343-A98B125BBDCA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3362960" y="3657600"/>
            <a:ext cx="1463039" cy="1397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8084EA-5C23-3442-62EC-E85153F50D1B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3494193" y="1370898"/>
            <a:ext cx="1331806" cy="10683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EC3CE52-C515-55F6-EA86-0A04CBC23690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3362960" y="2439247"/>
            <a:ext cx="1463039" cy="135805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8566BA4-EB57-7A93-BAF8-2A8AB0A8F834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3362960" y="3797301"/>
            <a:ext cx="1463039" cy="11726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18EF25E-2EE2-045C-5C65-2825D4848D60}"/>
              </a:ext>
            </a:extLst>
          </p:cNvPr>
          <p:cNvCxnSpPr>
            <a:cxnSpLocks/>
            <a:endCxn id="5" idx="6"/>
          </p:cNvCxnSpPr>
          <p:nvPr/>
        </p:nvCxnSpPr>
        <p:spPr>
          <a:xfrm flipH="1" flipV="1">
            <a:off x="6976532" y="1152314"/>
            <a:ext cx="1546863" cy="142475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369E039-6B4F-69C8-3779-22EB6B8300F4}"/>
              </a:ext>
            </a:extLst>
          </p:cNvPr>
          <p:cNvCxnSpPr>
            <a:cxnSpLocks/>
            <a:endCxn id="7" idx="6"/>
          </p:cNvCxnSpPr>
          <p:nvPr/>
        </p:nvCxnSpPr>
        <p:spPr>
          <a:xfrm flipH="1">
            <a:off x="6976532" y="2577068"/>
            <a:ext cx="1546863" cy="10805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F0632E1-491C-2B02-68E1-AEED923F14A8}"/>
              </a:ext>
            </a:extLst>
          </p:cNvPr>
          <p:cNvCxnSpPr>
            <a:cxnSpLocks/>
            <a:endCxn id="6" idx="6"/>
          </p:cNvCxnSpPr>
          <p:nvPr/>
        </p:nvCxnSpPr>
        <p:spPr>
          <a:xfrm flipH="1" flipV="1">
            <a:off x="6976532" y="2439247"/>
            <a:ext cx="1546863" cy="1378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7AE4FA9-9766-AE8D-8FF0-3EB7BC2992EE}"/>
              </a:ext>
            </a:extLst>
          </p:cNvPr>
          <p:cNvCxnSpPr>
            <a:cxnSpLocks/>
            <a:endCxn id="8" idx="6"/>
          </p:cNvCxnSpPr>
          <p:nvPr/>
        </p:nvCxnSpPr>
        <p:spPr>
          <a:xfrm flipH="1">
            <a:off x="6976532" y="2577068"/>
            <a:ext cx="1546863" cy="2392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Picture 2" descr="A black and white symbol&#10;&#10;AI-generated content may be incorrect.">
            <a:extLst>
              <a:ext uri="{FF2B5EF4-FFF2-40B4-BE49-F238E27FC236}">
                <a16:creationId xmlns:a16="http://schemas.microsoft.com/office/drawing/2014/main" id="{C7AD4177-C306-1309-7AF2-601E3C78EC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544" y="559224"/>
            <a:ext cx="733425" cy="15621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3382DBF-2F96-97C9-FC3A-4F38EC26A10E}"/>
              </a:ext>
            </a:extLst>
          </p:cNvPr>
          <p:cNvSpPr txBox="1"/>
          <p:nvPr/>
        </p:nvSpPr>
        <p:spPr>
          <a:xfrm>
            <a:off x="2356272" y="2152558"/>
            <a:ext cx="1022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Patient</a:t>
            </a:r>
            <a:endParaRPr lang="pt-BR" dirty="0"/>
          </a:p>
        </p:txBody>
      </p:sp>
      <p:pic>
        <p:nvPicPr>
          <p:cNvPr id="17" name="Picture 16" descr="A black and white symbol&#10;&#10;AI-generated content may be incorrect.">
            <a:extLst>
              <a:ext uri="{FF2B5EF4-FFF2-40B4-BE49-F238E27FC236}">
                <a16:creationId xmlns:a16="http://schemas.microsoft.com/office/drawing/2014/main" id="{850967F1-A5ED-644C-E7AB-9F6AA0F40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677" y="3004351"/>
            <a:ext cx="733425" cy="15621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EBAA849-E940-04A6-0260-F1BAF974676B}"/>
              </a:ext>
            </a:extLst>
          </p:cNvPr>
          <p:cNvSpPr txBox="1"/>
          <p:nvPr/>
        </p:nvSpPr>
        <p:spPr>
          <a:xfrm>
            <a:off x="2380405" y="4597685"/>
            <a:ext cx="1022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Doctor</a:t>
            </a:r>
            <a:endParaRPr lang="pt-BR" dirty="0"/>
          </a:p>
        </p:txBody>
      </p:sp>
      <p:pic>
        <p:nvPicPr>
          <p:cNvPr id="20" name="Picture 19" descr="A black and white symbol&#10;&#10;AI-generated content may be incorrect.">
            <a:extLst>
              <a:ext uri="{FF2B5EF4-FFF2-40B4-BE49-F238E27FC236}">
                <a16:creationId xmlns:a16="http://schemas.microsoft.com/office/drawing/2014/main" id="{B233BB52-FCFE-E1D7-BECE-F400FA1ACD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035" y="1579033"/>
            <a:ext cx="733425" cy="15621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B1A246A-805C-82E6-5BCE-B7E1C654F548}"/>
              </a:ext>
            </a:extLst>
          </p:cNvPr>
          <p:cNvSpPr txBox="1"/>
          <p:nvPr/>
        </p:nvSpPr>
        <p:spPr>
          <a:xfrm>
            <a:off x="8591763" y="3172367"/>
            <a:ext cx="1022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Admin</a:t>
            </a:r>
          </a:p>
        </p:txBody>
      </p:sp>
    </p:spTree>
    <p:extLst>
      <p:ext uri="{BB962C8B-B14F-4D97-AF65-F5344CB8AC3E}">
        <p14:creationId xmlns:p14="http://schemas.microsoft.com/office/powerpoint/2010/main" val="406254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2018</TotalTime>
  <Words>16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Benedetti</dc:creator>
  <cp:lastModifiedBy>Andre Benedetti</cp:lastModifiedBy>
  <cp:revision>1</cp:revision>
  <dcterms:created xsi:type="dcterms:W3CDTF">2025-12-13T19:49:25Z</dcterms:created>
  <dcterms:modified xsi:type="dcterms:W3CDTF">2025-12-15T05:32:14Z</dcterms:modified>
</cp:coreProperties>
</file>