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AF63-B764-432E-6A9C-89E85399F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7DD62-CB62-661E-30B3-F5F19B24E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999B-2C6B-E6C0-8702-3D7DE0F8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B1F1E-1638-FE31-117C-AAA0C7AE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794A5-5388-908E-20AF-30C1564F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52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D829-5A7D-7680-65C1-9C3DDED2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4044-D5AE-9D2D-073C-894BBA5F7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D0BF3-38FD-7530-D018-33497E91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4C7BF-DD45-B071-5FB8-3600BF5A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076CB-2E95-7A8E-C2D2-792198A6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9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2639-3EEF-78B1-6A68-2A200EA6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EFD45-C255-7024-8F6D-97D103DBB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32DC-8324-ED83-2763-04E9CBE8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E51A-3317-0FAA-176D-A56B83DC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545D7-D821-9FCE-38E7-7B656090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1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D7D-B1F9-B8DA-8EA1-05A0ED83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E662A-9220-7B39-9E12-79D48552C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264C4-3F0A-B2BE-4843-474FB0648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EAED0-D812-8DEC-068F-D4B07DEE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8075B-60AA-A17A-5274-05A52094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F8BA7-DE98-6E9F-7167-2639AE80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69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9B1A-1C2A-C4FB-580B-FB803942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B5A0D-7FA6-5F4E-19AD-40C07E1BF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98E92-1559-D242-1EFA-A360EBD34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6B117-5000-5DD8-D5C3-A304EB1C9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46358-16DD-8C4E-7B31-CBB048FB1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D1C89-06A4-9CE6-B2D3-ECAC9070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8125D0-0FC8-0F2A-DB1C-3C16BB69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E9A48-D035-F9A2-BE75-F738B5D6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58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0C16-41C7-8900-21FD-0E7F8BC5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C6084-1DB0-D19E-69AF-63DAFDA31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8E3C1-CE2F-6337-4464-68456825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9DBB2-F881-76E0-1E38-AD9C789D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0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E66AE-1A15-0A78-5095-ABA9712B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827F7-0D02-77ED-FD65-40B68720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AB0FA-0BFB-CF13-834D-397166F2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78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3370-46DA-90EF-E522-70FDA344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E26D9-8BFF-8E5D-D01F-EF4C7CE35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24F84-26EC-C0D6-5F42-549836174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F2419-0AE6-2629-F992-33B5AD1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E04A6-665F-4B53-27F2-EEF8131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2BC9-2AFC-5112-3C9A-B47EF43E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29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2CB3-586C-470E-D161-5EB9DC109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B6800-5D9E-AD77-BB08-D1F584C1F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86A4D-D491-0455-4C82-F98F284AB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4E100-399C-CD59-9D63-B9A7FB65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A1A78-A3D0-6C30-2582-375FDADA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0F009-01D8-7F88-EB7D-DD8A9A73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76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2029-39E7-58EC-8CD2-CB1BA5B8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3198B-9D0A-4BDF-6848-CE2F4E4BA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593CD-C7C8-2DF2-5EB4-8C2EA58C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5FD4-B695-1A0D-199B-29E0DC5A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0EDC1-C475-BD50-FD17-3FE1DAD9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98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D5C76-1573-5569-0955-E9CFC5C1D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15820-7824-C61C-57CA-CF4AF1C64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97D1-A905-29DA-FE4C-BFC3B60A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11EA6-4607-D8F0-6BAF-B27A9D5D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C5276-8274-5E76-1491-FC93A963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4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1CA10-AA79-37E0-3CB3-E857BBA91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5A90F-8B20-3014-4848-E51506F3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F1393-BE6E-716A-146B-9D2072FDC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4F2C0-5971-4BF7-BA89-A237F58853CB}" type="datetimeFigureOut">
              <a:rPr lang="pt-BR" smtClean="0"/>
              <a:t>19/12/2025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3E687-20FD-D474-3CC2-A7B1C6500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E0640-8CED-F798-A053-D119CACA5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1ED18-2C89-4339-A54D-BE14E871CD4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90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260D8F-CF4D-6826-F3FC-F35A59047669}"/>
              </a:ext>
            </a:extLst>
          </p:cNvPr>
          <p:cNvSpPr/>
          <p:nvPr/>
        </p:nvSpPr>
        <p:spPr>
          <a:xfrm>
            <a:off x="2113280" y="425027"/>
            <a:ext cx="3322320" cy="57200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 noProof="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2EC573-4FAE-6105-72EF-A88EB1496E66}"/>
              </a:ext>
            </a:extLst>
          </p:cNvPr>
          <p:cNvSpPr/>
          <p:nvPr/>
        </p:nvSpPr>
        <p:spPr>
          <a:xfrm>
            <a:off x="2353733" y="829733"/>
            <a:ext cx="2810933" cy="10668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noProof="0" dirty="0"/>
              <a:t>Insert patient data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BC014C-0E5E-241C-84CF-D1219DF8068C}"/>
              </a:ext>
            </a:extLst>
          </p:cNvPr>
          <p:cNvSpPr/>
          <p:nvPr/>
        </p:nvSpPr>
        <p:spPr>
          <a:xfrm>
            <a:off x="2368973" y="2168314"/>
            <a:ext cx="2810933" cy="10668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noProof="0" dirty="0"/>
              <a:t>Read patient data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031A57-B126-412A-FB33-868BD8B6966D}"/>
              </a:ext>
            </a:extLst>
          </p:cNvPr>
          <p:cNvSpPr/>
          <p:nvPr/>
        </p:nvSpPr>
        <p:spPr>
          <a:xfrm>
            <a:off x="2368973" y="3597486"/>
            <a:ext cx="2810933" cy="10668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noProof="0" dirty="0"/>
              <a:t>Insert doctor data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21B2A3-F0D8-A23B-9719-96801AA19098}"/>
              </a:ext>
            </a:extLst>
          </p:cNvPr>
          <p:cNvSpPr/>
          <p:nvPr/>
        </p:nvSpPr>
        <p:spPr>
          <a:xfrm>
            <a:off x="2368973" y="4936067"/>
            <a:ext cx="2810933" cy="10668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noProof="0" dirty="0"/>
              <a:t>Read doctor data</a:t>
            </a:r>
          </a:p>
        </p:txBody>
      </p:sp>
      <p:pic>
        <p:nvPicPr>
          <p:cNvPr id="10" name="Picture 9" descr="A black and white symbol&#10;&#10;AI-generated content may be incorrect.">
            <a:extLst>
              <a:ext uri="{FF2B5EF4-FFF2-40B4-BE49-F238E27FC236}">
                <a16:creationId xmlns:a16="http://schemas.microsoft.com/office/drawing/2014/main" id="{2D17C551-BF47-B18A-51B1-D23831A33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47" y="600056"/>
            <a:ext cx="755493" cy="1609102"/>
          </a:xfrm>
          <a:prstGeom prst="rect">
            <a:avLst/>
          </a:prstGeom>
        </p:spPr>
      </p:pic>
      <p:pic>
        <p:nvPicPr>
          <p:cNvPr id="11" name="Picture 10" descr="A black and white symbol&#10;&#10;AI-generated content may be incorrect.">
            <a:extLst>
              <a:ext uri="{FF2B5EF4-FFF2-40B4-BE49-F238E27FC236}">
                <a16:creationId xmlns:a16="http://schemas.microsoft.com/office/drawing/2014/main" id="{80AC8A68-BA45-95C6-699E-C78D482BC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60" y="3673687"/>
            <a:ext cx="755493" cy="1609102"/>
          </a:xfrm>
          <a:prstGeom prst="rect">
            <a:avLst/>
          </a:prstGeom>
        </p:spPr>
      </p:pic>
      <p:pic>
        <p:nvPicPr>
          <p:cNvPr id="12" name="Picture 11" descr="A black and white symbol&#10;&#10;AI-generated content may be incorrect.">
            <a:extLst>
              <a:ext uri="{FF2B5EF4-FFF2-40B4-BE49-F238E27FC236}">
                <a16:creationId xmlns:a16="http://schemas.microsoft.com/office/drawing/2014/main" id="{70983A09-F15E-6D59-B10D-9B9B3125B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501" y="881380"/>
            <a:ext cx="755493" cy="160910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C32B3C-4DD7-AFD8-9A65-A18C31F62DDE}"/>
              </a:ext>
            </a:extLst>
          </p:cNvPr>
          <p:cNvCxnSpPr>
            <a:cxnSpLocks/>
            <a:stCxn id="10" idx="3"/>
            <a:endCxn id="5" idx="2"/>
          </p:cNvCxnSpPr>
          <p:nvPr/>
        </p:nvCxnSpPr>
        <p:spPr>
          <a:xfrm flipV="1">
            <a:off x="1598240" y="1363133"/>
            <a:ext cx="755493" cy="414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7F68F1-ED73-F241-1317-68BD4FDF38DF}"/>
              </a:ext>
            </a:extLst>
          </p:cNvPr>
          <p:cNvCxnSpPr>
            <a:cxnSpLocks/>
            <a:stCxn id="10" idx="3"/>
            <a:endCxn id="6" idx="2"/>
          </p:cNvCxnSpPr>
          <p:nvPr/>
        </p:nvCxnSpPr>
        <p:spPr>
          <a:xfrm>
            <a:off x="1598240" y="1404607"/>
            <a:ext cx="770733" cy="1297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36D932-2D5A-AEDD-5D72-6E3EDE221516}"/>
              </a:ext>
            </a:extLst>
          </p:cNvPr>
          <p:cNvCxnSpPr>
            <a:cxnSpLocks/>
            <a:stCxn id="11" idx="3"/>
            <a:endCxn id="6" idx="2"/>
          </p:cNvCxnSpPr>
          <p:nvPr/>
        </p:nvCxnSpPr>
        <p:spPr>
          <a:xfrm flipV="1">
            <a:off x="1633753" y="2701714"/>
            <a:ext cx="735220" cy="1776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76C65E-F87D-9F37-3A83-E70406973623}"/>
              </a:ext>
            </a:extLst>
          </p:cNvPr>
          <p:cNvCxnSpPr>
            <a:cxnSpLocks/>
            <a:stCxn id="11" idx="3"/>
            <a:endCxn id="7" idx="2"/>
          </p:cNvCxnSpPr>
          <p:nvPr/>
        </p:nvCxnSpPr>
        <p:spPr>
          <a:xfrm flipV="1">
            <a:off x="1633753" y="4130886"/>
            <a:ext cx="735220" cy="3473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CE8663-B4DC-889E-F88E-AB86A5DFCFF9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>
            <a:off x="1633753" y="4478238"/>
            <a:ext cx="735220" cy="991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F2D215-ABC2-8C46-757B-BBA6209BB7A2}"/>
              </a:ext>
            </a:extLst>
          </p:cNvPr>
          <p:cNvCxnSpPr>
            <a:cxnSpLocks/>
            <a:stCxn id="5" idx="6"/>
            <a:endCxn id="12" idx="1"/>
          </p:cNvCxnSpPr>
          <p:nvPr/>
        </p:nvCxnSpPr>
        <p:spPr>
          <a:xfrm>
            <a:off x="5164666" y="1363133"/>
            <a:ext cx="1137835" cy="322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B36CC2-56E9-14B3-7697-DB42A709BCF4}"/>
              </a:ext>
            </a:extLst>
          </p:cNvPr>
          <p:cNvCxnSpPr>
            <a:cxnSpLocks/>
            <a:stCxn id="6" idx="6"/>
            <a:endCxn id="12" idx="1"/>
          </p:cNvCxnSpPr>
          <p:nvPr/>
        </p:nvCxnSpPr>
        <p:spPr>
          <a:xfrm flipV="1">
            <a:off x="5179906" y="1685931"/>
            <a:ext cx="1122595" cy="1015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BF69343-C23B-AE23-72C9-6DD3F16CD0E3}"/>
              </a:ext>
            </a:extLst>
          </p:cNvPr>
          <p:cNvCxnSpPr>
            <a:cxnSpLocks/>
            <a:stCxn id="7" idx="6"/>
            <a:endCxn id="12" idx="1"/>
          </p:cNvCxnSpPr>
          <p:nvPr/>
        </p:nvCxnSpPr>
        <p:spPr>
          <a:xfrm flipV="1">
            <a:off x="5179906" y="1685931"/>
            <a:ext cx="1122595" cy="2444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E40C2-EED7-9C99-32A1-85E1E4098845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 flipV="1">
            <a:off x="5179906" y="1685931"/>
            <a:ext cx="1122595" cy="3783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410D4EA6-2CFE-E80D-3B85-85963A0B2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916" y="4269740"/>
            <a:ext cx="5753100" cy="170688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DFBE95E-486A-FECB-35B9-9B3A87941331}"/>
              </a:ext>
            </a:extLst>
          </p:cNvPr>
          <p:cNvSpPr txBox="1"/>
          <p:nvPr/>
        </p:nvSpPr>
        <p:spPr>
          <a:xfrm>
            <a:off x="772402" y="2243885"/>
            <a:ext cx="94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noProof="0"/>
              <a:t>Patient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4E4AE8-0B46-B3C6-96B0-4B535C33AF78}"/>
              </a:ext>
            </a:extLst>
          </p:cNvPr>
          <p:cNvSpPr txBox="1"/>
          <p:nvPr/>
        </p:nvSpPr>
        <p:spPr>
          <a:xfrm>
            <a:off x="746516" y="5364823"/>
            <a:ext cx="947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noProof="0" dirty="0"/>
              <a:t>Doctor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3AA452-1823-DFB4-CBBA-796C7915AC30}"/>
              </a:ext>
            </a:extLst>
          </p:cNvPr>
          <p:cNvSpPr txBox="1"/>
          <p:nvPr/>
        </p:nvSpPr>
        <p:spPr>
          <a:xfrm>
            <a:off x="6096000" y="2523425"/>
            <a:ext cx="133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noProof="0" dirty="0"/>
              <a:t>Clinic Staff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DF51C3-605E-F8FC-368F-4F191E4E26EF}"/>
              </a:ext>
            </a:extLst>
          </p:cNvPr>
          <p:cNvSpPr txBox="1"/>
          <p:nvPr/>
        </p:nvSpPr>
        <p:spPr>
          <a:xfrm>
            <a:off x="7535333" y="299422"/>
            <a:ext cx="400473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Scenario:</a:t>
            </a:r>
          </a:p>
          <a:p>
            <a:r>
              <a:rPr lang="en-US" sz="1600" dirty="0"/>
              <a:t>The project requires the design of an Object-Oriented Programming (OOP) </a:t>
            </a:r>
          </a:p>
          <a:p>
            <a:r>
              <a:rPr lang="en-US" sz="1600" dirty="0"/>
              <a:t>to fulfill two specific functional requirements: listing the full information </a:t>
            </a:r>
          </a:p>
          <a:p>
            <a:r>
              <a:rPr lang="en-US" sz="1600" dirty="0"/>
              <a:t>for all patients classified as seniors (aged over 65 years), and displaying </a:t>
            </a:r>
          </a:p>
          <a:p>
            <a:r>
              <a:rPr lang="en-US" sz="1600" dirty="0"/>
              <a:t>the total count of doctors who specialize in ophthalmology.</a:t>
            </a:r>
          </a:p>
          <a:p>
            <a:endParaRPr lang="en-US" sz="1600" dirty="0"/>
          </a:p>
          <a:p>
            <a:r>
              <a:rPr lang="en-US" sz="1600" dirty="0"/>
              <a:t>It must include an ER diagram, and UML diagram design, and an initial sample data.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72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1</cp:revision>
  <dcterms:created xsi:type="dcterms:W3CDTF">2025-12-19T01:34:11Z</dcterms:created>
  <dcterms:modified xsi:type="dcterms:W3CDTF">2025-12-19T02:07:46Z</dcterms:modified>
</cp:coreProperties>
</file>